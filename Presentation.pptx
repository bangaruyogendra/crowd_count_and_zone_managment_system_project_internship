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4" r:id="rId4"/>
    <p:sldId id="258" r:id="rId5"/>
    <p:sldId id="265" r:id="rId6"/>
    <p:sldId id="259" r:id="rId7"/>
    <p:sldId id="260" r:id="rId8"/>
    <p:sldId id="263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C30339-3741-4AEF-8D1A-950E5D21DD41}" v="306" dt="2025-11-10T14:18:55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3" d="100"/>
          <a:sy n="63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48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30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605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67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18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498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929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91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23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2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0153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1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81579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523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90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61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13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People Counting and Zone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5EFB6-18B7-6DAB-3F84-98B2F7259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EAE90-42F1-1F89-0851-12A168129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ea typeface="+mn-lt"/>
                <a:cs typeface="+mn-lt"/>
              </a:rPr>
              <a:t>In many crowded places like </a:t>
            </a:r>
            <a:r>
              <a:rPr lang="en-US" sz="2000" b="1" dirty="0">
                <a:ea typeface="+mn-lt"/>
                <a:cs typeface="+mn-lt"/>
              </a:rPr>
              <a:t>shopping malls, airports, railway stations, offices, or events</a:t>
            </a:r>
            <a:r>
              <a:rPr lang="en-US" sz="2000" dirty="0">
                <a:ea typeface="+mn-lt"/>
                <a:cs typeface="+mn-lt"/>
              </a:rPr>
              <a:t>, it’s often difficult to keep track of how many people are present in a specific area. Usually, this is done manually by security staff or through guesswork, which can be </a:t>
            </a:r>
            <a:r>
              <a:rPr lang="en-US" sz="2000" b="1" dirty="0">
                <a:ea typeface="+mn-lt"/>
                <a:cs typeface="+mn-lt"/>
              </a:rPr>
              <a:t>slow and inaccurate</a:t>
            </a:r>
            <a:r>
              <a:rPr lang="en-US" sz="2000" dirty="0">
                <a:ea typeface="+mn-lt"/>
                <a:cs typeface="+mn-lt"/>
              </a:rPr>
              <a:t>. </a:t>
            </a:r>
            <a:endParaRPr lang="en-US" sz="2000" dirty="0">
              <a:latin typeface="Consolas"/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For example, during busy hours in a mall, it’s hard to know if a particular zone like the </a:t>
            </a:r>
            <a:r>
              <a:rPr lang="en-US" sz="2000" b="1" dirty="0">
                <a:ea typeface="+mn-lt"/>
                <a:cs typeface="+mn-lt"/>
              </a:rPr>
              <a:t>food court or entrance area</a:t>
            </a:r>
            <a:r>
              <a:rPr lang="en-US" sz="2000" dirty="0">
                <a:ea typeface="+mn-lt"/>
                <a:cs typeface="+mn-lt"/>
              </a:rPr>
              <a:t> is becoming overcrowded. This can lead to </a:t>
            </a:r>
            <a:r>
              <a:rPr lang="en-US" sz="2000" b="1" dirty="0">
                <a:ea typeface="+mn-lt"/>
                <a:cs typeface="+mn-lt"/>
              </a:rPr>
              <a:t>safety problems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b="1" dirty="0">
                <a:ea typeface="+mn-lt"/>
                <a:cs typeface="+mn-lt"/>
              </a:rPr>
              <a:t>long waiting lines</a:t>
            </a:r>
            <a:r>
              <a:rPr lang="en-US" sz="2000" dirty="0">
                <a:ea typeface="+mn-lt"/>
                <a:cs typeface="+mn-lt"/>
              </a:rPr>
              <a:t>, or </a:t>
            </a:r>
            <a:r>
              <a:rPr lang="en-US" sz="2000" b="1" dirty="0">
                <a:ea typeface="+mn-lt"/>
                <a:cs typeface="+mn-lt"/>
              </a:rPr>
              <a:t>poor management decisions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>
              <a:latin typeface="Consolas"/>
            </a:endParaRPr>
          </a:p>
          <a:p>
            <a:pPr marL="0" indent="0">
              <a:buNone/>
            </a:pPr>
            <a:endParaRPr lang="en-US" sz="2000" dirty="0">
              <a:latin typeface="Consolas"/>
            </a:endParaRPr>
          </a:p>
          <a:p>
            <a:endParaRPr lang="en-US" sz="2000" dirty="0">
              <a:latin typeface="Consolas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234319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807EC-E2A7-16B2-6665-A6513788F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7A9E7-8805-96DC-42C8-55B9F6455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5502E-4AAF-313C-13E7-164DA85D1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ea typeface="+mn-lt"/>
                <a:cs typeface="+mn-lt"/>
              </a:rPr>
              <a:t>To solve this, the </a:t>
            </a:r>
            <a:r>
              <a:rPr lang="en-US" sz="2000" b="1" dirty="0">
                <a:ea typeface="+mn-lt"/>
                <a:cs typeface="+mn-lt"/>
              </a:rPr>
              <a:t>People Count and Zone Management System</a:t>
            </a:r>
            <a:r>
              <a:rPr lang="en-US" sz="2000" dirty="0">
                <a:ea typeface="+mn-lt"/>
                <a:cs typeface="+mn-lt"/>
              </a:rPr>
              <a:t> uses </a:t>
            </a:r>
            <a:r>
              <a:rPr lang="en-US" sz="2000" b="1" dirty="0">
                <a:ea typeface="+mn-lt"/>
                <a:cs typeface="+mn-lt"/>
              </a:rPr>
              <a:t>live camera feeds and AI technology</a:t>
            </a:r>
            <a:r>
              <a:rPr lang="en-US" sz="2000" dirty="0">
                <a:ea typeface="+mn-lt"/>
                <a:cs typeface="+mn-lt"/>
              </a:rPr>
              <a:t> to automatically </a:t>
            </a:r>
            <a:r>
              <a:rPr lang="en-US" sz="2000" b="1" dirty="0">
                <a:ea typeface="+mn-lt"/>
                <a:cs typeface="+mn-lt"/>
              </a:rPr>
              <a:t>detect and count people in real time</a:t>
            </a:r>
            <a:r>
              <a:rPr lang="en-US" sz="2000" dirty="0">
                <a:ea typeface="+mn-lt"/>
                <a:cs typeface="+mn-lt"/>
              </a:rPr>
              <a:t>. The system divides a place into different zones — like </a:t>
            </a:r>
            <a:r>
              <a:rPr lang="en-US" sz="2000" b="1" dirty="0">
                <a:ea typeface="+mn-lt"/>
                <a:cs typeface="+mn-lt"/>
              </a:rPr>
              <a:t>Zone A for entry, Zone B for shopping, and Zone C for exits</a:t>
            </a:r>
            <a:r>
              <a:rPr lang="en-US" sz="2000" dirty="0">
                <a:ea typeface="+mn-lt"/>
                <a:cs typeface="+mn-lt"/>
              </a:rPr>
              <a:t> — and tracks how many people are in each one. The results are shown instantly on a </a:t>
            </a:r>
            <a:r>
              <a:rPr lang="en-US" sz="2000" b="1" dirty="0">
                <a:ea typeface="+mn-lt"/>
                <a:cs typeface="+mn-lt"/>
              </a:rPr>
              <a:t>live dashboard</a:t>
            </a:r>
            <a:r>
              <a:rPr lang="en-US" sz="2000" dirty="0">
                <a:ea typeface="+mn-lt"/>
                <a:cs typeface="+mn-lt"/>
              </a:rPr>
              <a:t> with easy-to-read charts and visuals. This helps managers or security teams to </a:t>
            </a:r>
            <a:r>
              <a:rPr lang="en-US" sz="2000" b="1" dirty="0">
                <a:ea typeface="+mn-lt"/>
                <a:cs typeface="+mn-lt"/>
              </a:rPr>
              <a:t>see crowd movement, identify busy areas, and take action quickly</a:t>
            </a:r>
            <a:r>
              <a:rPr lang="en-US" sz="2000" dirty="0">
                <a:ea typeface="+mn-lt"/>
                <a:cs typeface="+mn-lt"/>
              </a:rPr>
              <a:t> if a zone gets too full.</a:t>
            </a:r>
          </a:p>
          <a:p>
            <a:r>
              <a:rPr lang="en-US" sz="2000" dirty="0"/>
              <a:t>This project makes crowd monitoring </a:t>
            </a:r>
            <a:r>
              <a:rPr lang="en-US" sz="2000" b="1" dirty="0"/>
              <a:t>faster, safer, and more accurate</a:t>
            </a:r>
            <a:r>
              <a:rPr lang="en-US" sz="2000" dirty="0"/>
              <a:t>, saving both time and human effort while improving the overall management of public spaces.</a:t>
            </a:r>
          </a:p>
          <a:p>
            <a:endParaRPr lang="en-US" sz="2000" dirty="0">
              <a:latin typeface="Consolas"/>
            </a:endParaRPr>
          </a:p>
          <a:p>
            <a:endParaRPr lang="en-US" sz="2000" dirty="0">
              <a:latin typeface="Consolas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176554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F45C-B71F-F9F3-537F-6D34087FC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A5CE5-3975-3EBC-943B-1F6AA3679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Real-time People Counting:</a:t>
            </a:r>
            <a:br>
              <a:rPr lang="en-US" b="1" dirty="0">
                <a:ea typeface="+mn-lt"/>
                <a:cs typeface="+mn-lt"/>
              </a:rPr>
            </a:br>
            <a:endParaRPr lang="en-US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                            The system can count how many people are present at any moment using a CCTV or webcam feed</a:t>
            </a:r>
            <a:r>
              <a:rPr lang="en-US" dirty="0">
                <a:ea typeface="+mn-lt"/>
                <a:cs typeface="+mn-lt"/>
              </a:rPr>
              <a:t>. For example, if 50 people are walking in a mall entrance, the system will instantly show “50” on the screen and update as people move in or out.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Live Dashboard with Visuals:</a:t>
            </a:r>
          </a:p>
          <a:p>
            <a:pPr marL="0" indent="0">
              <a:buNone/>
            </a:pP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                            There will be an interactive dashboard</a:t>
            </a:r>
            <a:r>
              <a:rPr lang="en-US" dirty="0">
                <a:ea typeface="+mn-lt"/>
                <a:cs typeface="+mn-lt"/>
              </a:rPr>
              <a:t> that shows real-time information such as </a:t>
            </a:r>
            <a:r>
              <a:rPr lang="en-US" b="1" dirty="0">
                <a:ea typeface="+mn-lt"/>
                <a:cs typeface="+mn-lt"/>
              </a:rPr>
              <a:t>current people count, movement patterns, and area-wise statistics</a:t>
            </a:r>
            <a:r>
              <a:rPr lang="en-US" dirty="0">
                <a:ea typeface="+mn-lt"/>
                <a:cs typeface="+mn-lt"/>
              </a:rPr>
              <a:t>. It will also include </a:t>
            </a:r>
            <a:r>
              <a:rPr lang="en-US" b="1" dirty="0">
                <a:ea typeface="+mn-lt"/>
                <a:cs typeface="+mn-lt"/>
              </a:rPr>
              <a:t>heatmaps</a:t>
            </a:r>
            <a:r>
              <a:rPr lang="en-US" dirty="0">
                <a:ea typeface="+mn-lt"/>
                <a:cs typeface="+mn-lt"/>
              </a:rPr>
              <a:t>, which use colors to show which zones are crowded (for example, red for busy areas, green for less crowded ones). This makes it very easy to understand what’s happening at a glance.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883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BCC19-6755-F5EE-EABE-BD85BDA76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36894-D89B-1551-5036-132A91357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31E38-878E-AAA1-6BF9-3A12C8A81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b="1" dirty="0">
                <a:ea typeface="+mn-lt"/>
                <a:cs typeface="+mn-lt"/>
              </a:rPr>
              <a:t>Zone-wise Management: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                                        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                                               The system can divide the place into different zones — for example, Zone A (Entrance), Zone B (Shopping Area), Zone C (Food Court)</a:t>
            </a:r>
            <a:r>
              <a:rPr lang="en-US" dirty="0">
                <a:ea typeface="+mn-lt"/>
                <a:cs typeface="+mn-lt"/>
              </a:rPr>
              <a:t> — and display the number of people in each zone separately. This helps in monitoring which area is busier and which one is free.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latin typeface="Calibri"/>
                <a:ea typeface="Calibri"/>
                <a:cs typeface="Calibri"/>
              </a:rPr>
              <a:t>Alerts for Overcrowding:</a:t>
            </a:r>
            <a:br>
              <a:rPr lang="en-US" b="1" dirty="0">
                <a:latin typeface="Calibri"/>
              </a:rPr>
            </a:br>
            <a:r>
              <a:rPr lang="en-US" b="1" dirty="0">
                <a:latin typeface="Calibri"/>
                <a:ea typeface="Calibri"/>
                <a:cs typeface="Calibri"/>
              </a:rPr>
              <a:t>                                                        </a:t>
            </a:r>
          </a:p>
          <a:p>
            <a:pPr marL="0" indent="0">
              <a:buNone/>
            </a:pPr>
            <a:r>
              <a:rPr lang="en-US" b="1" dirty="0">
                <a:latin typeface="Calibri"/>
                <a:ea typeface="Calibri"/>
                <a:cs typeface="Calibri"/>
              </a:rPr>
              <a:t>                                                          The system can send automatic alerts</a:t>
            </a:r>
            <a:r>
              <a:rPr lang="en-US" dirty="0">
                <a:latin typeface="Calibri"/>
                <a:ea typeface="Calibri"/>
                <a:cs typeface="Calibri"/>
              </a:rPr>
              <a:t> when a particular zone becomes too crowded. For example, if Zone B allows only 100 people and the count crosses 100, the system can </a:t>
            </a:r>
            <a:r>
              <a:rPr lang="en-US" b="1" dirty="0">
                <a:latin typeface="Calibri"/>
                <a:ea typeface="Calibri"/>
                <a:cs typeface="Calibri"/>
              </a:rPr>
              <a:t>flash a warning message or send a notification</a:t>
            </a:r>
            <a:r>
              <a:rPr lang="en-US" dirty="0">
                <a:latin typeface="Calibri"/>
                <a:ea typeface="Calibri"/>
                <a:cs typeface="Calibri"/>
              </a:rPr>
              <a:t> to staff to control the crowd.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236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962DF-36D5-690F-07E8-C641C9E4B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A6F7-76CF-CAEC-C63C-B41A83D18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r>
              <a:rPr lang="en-US" sz="2000" b="1" dirty="0">
                <a:latin typeface="Calibri"/>
                <a:ea typeface="Calibri"/>
                <a:cs typeface="Calibri"/>
              </a:rPr>
              <a:t>Exportable Reports:</a:t>
            </a:r>
          </a:p>
          <a:p>
            <a:pPr marL="0" indent="0">
              <a:buNone/>
            </a:pPr>
            <a:r>
              <a:rPr lang="en-US" sz="2000" b="1" dirty="0">
                <a:latin typeface="Calibri"/>
              </a:rPr>
              <a:t>      </a:t>
            </a:r>
            <a:br>
              <a:rPr lang="en-US" sz="2000" b="1" dirty="0">
                <a:latin typeface="Calibri"/>
              </a:rPr>
            </a:br>
            <a:r>
              <a:rPr lang="en-US" sz="2000" b="1" dirty="0">
                <a:latin typeface="Calibri"/>
              </a:rPr>
              <a:t>                                             </a:t>
            </a:r>
            <a:r>
              <a:rPr lang="en-US" sz="2000" b="1" dirty="0">
                <a:latin typeface="Calibri"/>
                <a:ea typeface="Calibri"/>
                <a:cs typeface="Calibri"/>
              </a:rPr>
              <a:t> The system can generate and export detailed reports</a:t>
            </a:r>
            <a:r>
              <a:rPr lang="en-US" sz="2000" dirty="0">
                <a:latin typeface="Calibri"/>
                <a:ea typeface="Calibri"/>
                <a:cs typeface="Calibri"/>
              </a:rPr>
              <a:t> that include daily or weekly people count, busiest time periods, and crowd trends. These reports can be saved as </a:t>
            </a:r>
            <a:r>
              <a:rPr lang="en-US" sz="2000" b="1" dirty="0">
                <a:latin typeface="Calibri"/>
                <a:ea typeface="Calibri"/>
                <a:cs typeface="Calibri"/>
              </a:rPr>
              <a:t>PDF or Excel files</a:t>
            </a:r>
            <a:r>
              <a:rPr lang="en-US" sz="2000" dirty="0">
                <a:latin typeface="Calibri"/>
                <a:ea typeface="Calibri"/>
                <a:cs typeface="Calibri"/>
              </a:rPr>
              <a:t> for record-keeping and analysis.</a:t>
            </a:r>
          </a:p>
          <a:p>
            <a:r>
              <a:rPr lang="en-US" sz="2000" b="1" dirty="0">
                <a:latin typeface="Calibri"/>
                <a:ea typeface="Calibri"/>
                <a:cs typeface="Calibri"/>
              </a:rPr>
              <a:t>Time-based Analysis:</a:t>
            </a:r>
          </a:p>
          <a:p>
            <a:pPr marL="0" indent="0">
              <a:buNone/>
            </a:pPr>
            <a:br>
              <a:rPr lang="en-US" sz="2000" b="1" dirty="0">
                <a:latin typeface="Calibri"/>
              </a:rPr>
            </a:br>
            <a:r>
              <a:rPr lang="en-US" sz="2000" b="1" dirty="0">
                <a:latin typeface="Calibri"/>
                <a:ea typeface="Calibri"/>
                <a:cs typeface="Calibri"/>
              </a:rPr>
              <a:t>                                              The dashboard will also show how the crowd changes throughout the day</a:t>
            </a:r>
            <a:r>
              <a:rPr lang="en-US" sz="2000" dirty="0">
                <a:latin typeface="Calibri"/>
                <a:ea typeface="Calibri"/>
                <a:cs typeface="Calibri"/>
              </a:rPr>
              <a:t> — for example, showing that the </a:t>
            </a:r>
            <a:r>
              <a:rPr lang="en-US" sz="2000" b="1" dirty="0">
                <a:latin typeface="Calibri"/>
                <a:ea typeface="Calibri"/>
                <a:cs typeface="Calibri"/>
              </a:rPr>
              <a:t>morning hours are less crowded</a:t>
            </a:r>
            <a:r>
              <a:rPr lang="en-US" sz="2000" dirty="0">
                <a:latin typeface="Calibri"/>
                <a:ea typeface="Calibri"/>
                <a:cs typeface="Calibri"/>
              </a:rPr>
              <a:t> but </a:t>
            </a:r>
            <a:r>
              <a:rPr lang="en-US" sz="2000" b="1" dirty="0">
                <a:latin typeface="Calibri"/>
                <a:ea typeface="Calibri"/>
                <a:cs typeface="Calibri"/>
              </a:rPr>
              <a:t>evenings are the busiest</a:t>
            </a:r>
            <a:r>
              <a:rPr lang="en-US" sz="2000" dirty="0">
                <a:latin typeface="Calibri"/>
                <a:ea typeface="Calibri"/>
                <a:cs typeface="Calibri"/>
              </a:rPr>
              <a:t>. This helps managers plan staff and resources better.</a:t>
            </a:r>
          </a:p>
          <a:p>
            <a:r>
              <a:rPr lang="en-US" sz="2000" b="1" dirty="0">
                <a:latin typeface="Calibri"/>
                <a:ea typeface="Calibri"/>
                <a:cs typeface="Calibri"/>
              </a:rPr>
              <a:t>User-friendly Interface:</a:t>
            </a:r>
          </a:p>
          <a:p>
            <a:pPr marL="0" indent="0">
              <a:buNone/>
            </a:pPr>
            <a:r>
              <a:rPr lang="en-US" sz="2000" b="1" dirty="0">
                <a:latin typeface="Calibri"/>
                <a:ea typeface="Calibri"/>
                <a:cs typeface="Calibri"/>
              </a:rPr>
              <a:t>                                               The system will be designed in a simple, easy-to-use format</a:t>
            </a:r>
            <a:r>
              <a:rPr lang="en-US" sz="2000" dirty="0">
                <a:latin typeface="Calibri"/>
                <a:ea typeface="Calibri"/>
                <a:cs typeface="Calibri"/>
              </a:rPr>
              <a:t>, so even people without technical knowledge (like mall managers or security staff) can use it comfortably.</a:t>
            </a:r>
          </a:p>
        </p:txBody>
      </p:sp>
    </p:spTree>
    <p:extLst>
      <p:ext uri="{BB962C8B-B14F-4D97-AF65-F5344CB8AC3E}">
        <p14:creationId xmlns:p14="http://schemas.microsoft.com/office/powerpoint/2010/main" val="3153877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4AB9-583C-2C74-BDB1-8261E59EE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9FE07-FDE8-225D-E79F-066AA58FF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b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This project helps detect people in crowded places like </a:t>
            </a:r>
            <a:r>
              <a:rPr lang="en-US" b="1" dirty="0">
                <a:ea typeface="+mn-lt"/>
                <a:cs typeface="+mn-lt"/>
              </a:rPr>
              <a:t>malls, airports, and train stations</a:t>
            </a:r>
            <a:r>
              <a:rPr lang="en-US" dirty="0">
                <a:ea typeface="+mn-lt"/>
                <a:cs typeface="+mn-lt"/>
              </a:rPr>
              <a:t> in </a:t>
            </a:r>
            <a:r>
              <a:rPr lang="en-US" b="1" dirty="0">
                <a:ea typeface="+mn-lt"/>
                <a:cs typeface="+mn-lt"/>
              </a:rPr>
              <a:t>real time</a:t>
            </a:r>
            <a:r>
              <a:rPr lang="en-US" dirty="0">
                <a:ea typeface="+mn-lt"/>
                <a:cs typeface="+mn-lt"/>
              </a:rPr>
              <a:t> using:</a:t>
            </a:r>
          </a:p>
          <a:p>
            <a:r>
              <a:rPr lang="en-US" b="1" dirty="0">
                <a:ea typeface="+mn-lt"/>
                <a:cs typeface="+mn-lt"/>
              </a:rPr>
              <a:t>Django:</a:t>
            </a:r>
            <a:r>
              <a:rPr lang="en-US" dirty="0">
                <a:ea typeface="+mn-lt"/>
                <a:cs typeface="+mn-lt"/>
              </a:rPr>
              <a:t> Handles the backend, video processing, and YOLO model integration.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Redis:</a:t>
            </a:r>
            <a:r>
              <a:rPr lang="en-US" dirty="0">
                <a:ea typeface="+mn-lt"/>
                <a:cs typeface="+mn-lt"/>
              </a:rPr>
              <a:t> Stores and updates live detection data instantly.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React:</a:t>
            </a:r>
            <a:r>
              <a:rPr lang="en-US" dirty="0">
                <a:ea typeface="+mn-lt"/>
                <a:cs typeface="+mn-lt"/>
              </a:rPr>
              <a:t> Displays real-time results through </a:t>
            </a:r>
            <a:r>
              <a:rPr lang="en-US" b="1" dirty="0">
                <a:ea typeface="+mn-lt"/>
                <a:cs typeface="+mn-lt"/>
              </a:rPr>
              <a:t>charts, dashboards, and alerts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489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B42BE-CBE0-812C-C61C-E5E68388C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Diagram</a:t>
            </a:r>
          </a:p>
        </p:txBody>
      </p:sp>
      <p:pic>
        <p:nvPicPr>
          <p:cNvPr id="4" name="Content Placeholder 3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DDFCD793-EDA3-A302-8DD5-5B4DA8D690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7496" y="2133600"/>
            <a:ext cx="2518833" cy="377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934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D9AFF-B396-3011-7B8C-178FC8588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892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How Project Solves the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61F9D-1D85-2F57-B4DB-517B2526A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058"/>
            <a:ext cx="10515600" cy="47039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Our project uses </a:t>
            </a:r>
            <a:r>
              <a:rPr lang="en-US" b="1" dirty="0">
                <a:ea typeface="+mn-lt"/>
                <a:cs typeface="+mn-lt"/>
              </a:rPr>
              <a:t>AI and computer vision</a:t>
            </a:r>
            <a:r>
              <a:rPr lang="en-US" dirty="0">
                <a:ea typeface="+mn-lt"/>
                <a:cs typeface="+mn-lt"/>
              </a:rPr>
              <a:t> to automatically </a:t>
            </a:r>
            <a:r>
              <a:rPr lang="en-US" b="1" dirty="0">
                <a:ea typeface="+mn-lt"/>
                <a:cs typeface="+mn-lt"/>
              </a:rPr>
              <a:t>detect and count people</a:t>
            </a:r>
            <a:r>
              <a:rPr lang="en-US" dirty="0">
                <a:ea typeface="+mn-lt"/>
                <a:cs typeface="+mn-lt"/>
              </a:rPr>
              <a:t> in real time using a </a:t>
            </a:r>
            <a:r>
              <a:rPr lang="en-US" b="1" dirty="0">
                <a:ea typeface="+mn-lt"/>
                <a:cs typeface="+mn-lt"/>
              </a:rPr>
              <a:t>CCTV or webcam feed</a:t>
            </a:r>
            <a:r>
              <a:rPr lang="en-US" dirty="0">
                <a:ea typeface="+mn-lt"/>
                <a:cs typeface="+mn-lt"/>
              </a:rPr>
              <a:t>. The system divides the area into </a:t>
            </a:r>
            <a:r>
              <a:rPr lang="en-US" b="1" dirty="0">
                <a:ea typeface="+mn-lt"/>
                <a:cs typeface="+mn-lt"/>
              </a:rPr>
              <a:t>different zones</a:t>
            </a:r>
            <a:r>
              <a:rPr lang="en-US" dirty="0">
                <a:ea typeface="+mn-lt"/>
                <a:cs typeface="+mn-lt"/>
              </a:rPr>
              <a:t> and tracks how many people are present in each one. This data is updated live and shown on an </a:t>
            </a:r>
            <a:r>
              <a:rPr lang="en-US" b="1" dirty="0">
                <a:ea typeface="+mn-lt"/>
                <a:cs typeface="+mn-lt"/>
              </a:rPr>
              <a:t>interactive dashboard</a:t>
            </a:r>
            <a:r>
              <a:rPr lang="en-US" dirty="0">
                <a:ea typeface="+mn-lt"/>
                <a:cs typeface="+mn-lt"/>
              </a:rPr>
              <a:t> built with React, where users can see </a:t>
            </a:r>
            <a:r>
              <a:rPr lang="en-US" b="1" dirty="0">
                <a:ea typeface="+mn-lt"/>
                <a:cs typeface="+mn-lt"/>
              </a:rPr>
              <a:t>charts, alerts, and zone statistics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>
                <a:ea typeface="+mn-lt"/>
                <a:cs typeface="+mn-lt"/>
              </a:rPr>
              <a:t>If any zone becomes </a:t>
            </a:r>
            <a:r>
              <a:rPr lang="en-US" b="1" dirty="0">
                <a:ea typeface="+mn-lt"/>
                <a:cs typeface="+mn-lt"/>
              </a:rPr>
              <a:t>overcrowded</a:t>
            </a:r>
            <a:r>
              <a:rPr lang="en-US" dirty="0">
                <a:ea typeface="+mn-lt"/>
                <a:cs typeface="+mn-lt"/>
              </a:rPr>
              <a:t>, the system sends an </a:t>
            </a:r>
            <a:r>
              <a:rPr lang="en-US" b="1" dirty="0">
                <a:ea typeface="+mn-lt"/>
                <a:cs typeface="+mn-lt"/>
              </a:rPr>
              <a:t>instant alert</a:t>
            </a:r>
            <a:r>
              <a:rPr lang="en-US" dirty="0">
                <a:ea typeface="+mn-lt"/>
                <a:cs typeface="+mn-lt"/>
              </a:rPr>
              <a:t>, helping security or management teams take quick action. By using </a:t>
            </a:r>
            <a:r>
              <a:rPr lang="en-US" b="1" dirty="0">
                <a:ea typeface="+mn-lt"/>
                <a:cs typeface="+mn-lt"/>
              </a:rPr>
              <a:t>Django for backend processing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>
                <a:ea typeface="+mn-lt"/>
                <a:cs typeface="+mn-lt"/>
              </a:rPr>
              <a:t>Redis for fast data storage</a:t>
            </a:r>
            <a:r>
              <a:rPr lang="en-US" dirty="0">
                <a:ea typeface="+mn-lt"/>
                <a:cs typeface="+mn-lt"/>
              </a:rPr>
              <a:t>, and </a:t>
            </a:r>
            <a:r>
              <a:rPr lang="en-US" b="1" dirty="0">
                <a:ea typeface="+mn-lt"/>
                <a:cs typeface="+mn-lt"/>
              </a:rPr>
              <a:t>React for real-time display</a:t>
            </a:r>
            <a:r>
              <a:rPr lang="en-US" dirty="0">
                <a:ea typeface="+mn-lt"/>
                <a:cs typeface="+mn-lt"/>
              </a:rPr>
              <a:t>, our project makes </a:t>
            </a:r>
            <a:r>
              <a:rPr lang="en-US" b="1" dirty="0">
                <a:ea typeface="+mn-lt"/>
                <a:cs typeface="+mn-lt"/>
              </a:rPr>
              <a:t>crowd monitoring automatic, accurate, and efficient</a:t>
            </a:r>
            <a:r>
              <a:rPr lang="en-US" dirty="0">
                <a:ea typeface="+mn-lt"/>
                <a:cs typeface="+mn-lt"/>
              </a:rPr>
              <a:t>, removing the need for manual counting.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003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5FCE5-E79C-A60D-1B89-4FC6B956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Future Enhancements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F2E4A-73DE-8519-2C71-020C0B971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 the future, this system can be improved by adding more </a:t>
            </a:r>
            <a:r>
              <a:rPr lang="en-US" b="1" dirty="0">
                <a:ea typeface="+mn-lt"/>
                <a:cs typeface="+mn-lt"/>
              </a:rPr>
              <a:t>smart and advanced features</a:t>
            </a:r>
            <a:r>
              <a:rPr lang="en-US" dirty="0">
                <a:ea typeface="+mn-lt"/>
                <a:cs typeface="+mn-lt"/>
              </a:rPr>
              <a:t>. For example, it can include </a:t>
            </a:r>
            <a:r>
              <a:rPr lang="en-US" b="1" dirty="0">
                <a:ea typeface="+mn-lt"/>
                <a:cs typeface="+mn-lt"/>
              </a:rPr>
              <a:t>face recognition</a:t>
            </a:r>
            <a:r>
              <a:rPr lang="en-US" dirty="0">
                <a:ea typeface="+mn-lt"/>
                <a:cs typeface="+mn-lt"/>
              </a:rPr>
              <a:t> to identify regular visitors or detect suspicious activity. The system can also be linked with </a:t>
            </a:r>
            <a:r>
              <a:rPr lang="en-US" b="1" dirty="0">
                <a:ea typeface="+mn-lt"/>
                <a:cs typeface="+mn-lt"/>
              </a:rPr>
              <a:t>IoT sensors and security alarms</a:t>
            </a:r>
            <a:r>
              <a:rPr lang="en-US" dirty="0">
                <a:ea typeface="+mn-lt"/>
                <a:cs typeface="+mn-lt"/>
              </a:rPr>
              <a:t> to automatically control entry gates when a zone becomes too crowded. Adding </a:t>
            </a:r>
            <a:r>
              <a:rPr lang="en-US" b="1" dirty="0">
                <a:ea typeface="+mn-lt"/>
                <a:cs typeface="+mn-lt"/>
              </a:rPr>
              <a:t>mobile app support</a:t>
            </a:r>
            <a:r>
              <a:rPr lang="en-US" dirty="0">
                <a:ea typeface="+mn-lt"/>
                <a:cs typeface="+mn-lt"/>
              </a:rPr>
              <a:t> will allow managers to monitor live crowd data anytime and anywhere. It can also be enhanced with </a:t>
            </a:r>
            <a:r>
              <a:rPr lang="en-US" b="1" dirty="0">
                <a:ea typeface="+mn-lt"/>
                <a:cs typeface="+mn-lt"/>
              </a:rPr>
              <a:t>cloud storage</a:t>
            </a:r>
            <a:r>
              <a:rPr lang="en-US" dirty="0">
                <a:ea typeface="+mn-lt"/>
                <a:cs typeface="+mn-lt"/>
              </a:rPr>
              <a:t> for saving historical data and </a:t>
            </a:r>
            <a:r>
              <a:rPr lang="en-US" b="1" dirty="0">
                <a:ea typeface="+mn-lt"/>
                <a:cs typeface="+mn-lt"/>
              </a:rPr>
              <a:t>AI-based predictions</a:t>
            </a:r>
            <a:r>
              <a:rPr lang="en-US" dirty="0">
                <a:ea typeface="+mn-lt"/>
                <a:cs typeface="+mn-lt"/>
              </a:rPr>
              <a:t> to forecast crowd levels during peak hours or special events.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These improvements will make the system </a:t>
            </a:r>
            <a:r>
              <a:rPr lang="en-US" b="1" dirty="0">
                <a:ea typeface="+mn-lt"/>
                <a:cs typeface="+mn-lt"/>
              </a:rPr>
              <a:t>smarter, faster, and more useful</a:t>
            </a:r>
            <a:r>
              <a:rPr lang="en-US" dirty="0">
                <a:ea typeface="+mn-lt"/>
                <a:cs typeface="+mn-lt"/>
              </a:rPr>
              <a:t> for real-world crowd management.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06690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71</TotalTime>
  <Words>934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Century Gothic</vt:lpstr>
      <vt:lpstr>Consolas</vt:lpstr>
      <vt:lpstr>Wingdings 3</vt:lpstr>
      <vt:lpstr>Wisp</vt:lpstr>
      <vt:lpstr>People Counting and Zone Management System</vt:lpstr>
      <vt:lpstr>Objective</vt:lpstr>
      <vt:lpstr>Objective</vt:lpstr>
      <vt:lpstr>Outcomes</vt:lpstr>
      <vt:lpstr>Outcomes</vt:lpstr>
      <vt:lpstr>Outcomes</vt:lpstr>
      <vt:lpstr>Tools and Technologies Used</vt:lpstr>
      <vt:lpstr>Flow Diagram</vt:lpstr>
      <vt:lpstr>How Project Solves the Problem</vt:lpstr>
      <vt:lpstr>Future Enhancements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balu bangaru</cp:lastModifiedBy>
  <cp:revision>114</cp:revision>
  <dcterms:created xsi:type="dcterms:W3CDTF">2025-11-10T11:44:31Z</dcterms:created>
  <dcterms:modified xsi:type="dcterms:W3CDTF">2025-11-18T14:12:16Z</dcterms:modified>
</cp:coreProperties>
</file>